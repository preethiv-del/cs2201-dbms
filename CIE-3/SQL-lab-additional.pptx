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039"/>
    <a:srgbClr val="D7AC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9D023-7449-BAF6-71F4-09FEE460C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0B900-7D8F-A884-AAF5-B2F7BFB5F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057D6-5254-D11E-D42B-713319E0D5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81F6E7-EEB6-400E-95DD-CE87CDD9674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A2AE4-2F73-4430-36D6-A8F7599AA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80134-5A24-FF27-DEF4-94BB6ED4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820EEE-8D86-4210-A976-F776A1D6CAC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6EDF12-B9AD-69B5-B5FF-800048CAB2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AC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92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and gold rectangles&#10;&#10;Description automatically generated with low confidence">
            <a:extLst>
              <a:ext uri="{FF2B5EF4-FFF2-40B4-BE49-F238E27FC236}">
                <a16:creationId xmlns:a16="http://schemas.microsoft.com/office/drawing/2014/main" id="{676291E4-51D2-FABC-1F56-9F5D1F537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text, logo, font, graphics&#10;&#10;Description automatically generated">
            <a:extLst>
              <a:ext uri="{FF2B5EF4-FFF2-40B4-BE49-F238E27FC236}">
                <a16:creationId xmlns:a16="http://schemas.microsoft.com/office/drawing/2014/main" id="{39E1F6D7-892A-FD65-255B-DCDEA20FED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3376" y="1"/>
            <a:ext cx="2688624" cy="1511300"/>
          </a:xfrm>
          <a:prstGeom prst="rect">
            <a:avLst/>
          </a:prstGeom>
        </p:spPr>
      </p:pic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2246C0EC-C67E-49D5-8908-04CF1A213BD8}"/>
              </a:ext>
            </a:extLst>
          </p:cNvPr>
          <p:cNvSpPr/>
          <p:nvPr userDrawn="1"/>
        </p:nvSpPr>
        <p:spPr>
          <a:xfrm>
            <a:off x="0" y="6235701"/>
            <a:ext cx="12192000" cy="62229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3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15B1BFD1-DFA1-7CBA-4155-C1D8340E5176}"/>
              </a:ext>
            </a:extLst>
          </p:cNvPr>
          <p:cNvSpPr/>
          <p:nvPr userDrawn="1"/>
        </p:nvSpPr>
        <p:spPr>
          <a:xfrm>
            <a:off x="0" y="6812280"/>
            <a:ext cx="12192000" cy="4571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D7AC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8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054FF-0F21-9184-AAAB-C338E30FC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636B4-6BED-9751-FBA7-246D91A1D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A0FB8-D083-A2A5-E585-6F9E45A8E0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81F6E7-EEB6-400E-95DD-CE87CDD9674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1FC5-9646-E0EC-5956-98FB927D4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15BE8-1085-F770-6D00-68220CD0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820EEE-8D86-4210-A976-F776A1D6C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406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7BF4-224D-ECBB-0D1A-5102F0A4E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96803-3F32-A6F9-8D63-DE0C60389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C6370-3BB2-1257-3BE7-1AB083150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7C162-C9C8-E01B-8911-CAE84969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81F6E7-EEB6-400E-95DD-CE87CDD9674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20FBB-19F9-EC50-D246-BD560ED2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4344B-AC2D-C89E-4159-9C258BE2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820EEE-8D86-4210-A976-F776A1D6C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336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025CB-B5DE-A121-B77B-C6232B7A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A3448-AFCE-4EF8-2989-6BFB76863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180A1-D5E3-9E30-8C72-44F264024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D48B72-A1F7-C356-5906-B5B1E8E94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C58EF0-66B2-974F-EBF1-9142BA18F6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DDD283-84AE-A0E1-8940-2CE48D0EF2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81F6E7-EEB6-400E-95DD-CE87CDD9674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25173A-E4B0-06C0-F4FA-CE78F5B32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87428-E90C-DCD8-B914-15C9D89C0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820EEE-8D86-4210-A976-F776A1D6C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643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ED71-D7AD-1D0E-0769-EFA05F9C1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248846-7684-08F6-303A-0D6A0B01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81F6E7-EEB6-400E-95DD-CE87CDD9674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BAB0F-7B1D-C829-D650-113597FF5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63BCF-A0C5-511E-41F7-E878A9C1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820EEE-8D86-4210-A976-F776A1D6C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708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7D4352-2E96-12F9-C6B1-3522DB4EC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81F6E7-EEB6-400E-95DD-CE87CDD9674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D7A0E7-0599-AC3F-EB8F-E3D873171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CBFBD-4E82-276B-83AE-599834DE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820EEE-8D86-4210-A976-F776A1D6C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043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010C4-15D3-66C8-67E7-153B6180B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9FC37-910E-E0B2-E640-BA4C2A43D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19163-7D70-E86B-BDF1-C270471BB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0DF26-6527-2748-85BB-731FD10A26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81F6E7-EEB6-400E-95DD-CE87CDD9674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050A-F7AA-2A10-0585-7FF14027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1C04-20AE-B912-9184-6E300687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820EEE-8D86-4210-A976-F776A1D6C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219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7086-F4BC-580F-0FA0-368A3166D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95610C-CFDD-984F-02D5-B80D4A783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5268C-2D6B-CD6F-971A-803CFAD2A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C7061-8640-A2EA-4333-454C3204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81F6E7-EEB6-400E-95DD-CE87CDD9674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FB2B9-86AD-A47D-9D16-93A9C40F4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2075A-CC98-DAC1-ECF7-B90A35B2F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820EEE-8D86-4210-A976-F776A1D6C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8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97AE-CA6A-B9EC-D705-7EAC92E7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EAB4B-C064-7145-92BB-BF654654C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4148A-3414-99D8-9644-BB225E31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81F6E7-EEB6-400E-95DD-CE87CDD9674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87D17-0595-DAAA-BD41-F9767E749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8638E-9944-5269-2599-3B652F3D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820EEE-8D86-4210-A976-F776A1D6C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529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71A185-8E79-689D-3687-13E384B08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38443-7452-1422-9950-F731168B1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6BE59-3FAA-61CF-EA97-A36BCE2D57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81F6E7-EEB6-400E-95DD-CE87CDD9674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00EFF-BF7B-9BA4-B905-4399BF182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F9DDB-8DBA-6C40-8A46-B36B45BB3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820EEE-8D86-4210-A976-F776A1D6C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849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92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walking in front of a building&#10;&#10;Description automatically generated">
            <a:extLst>
              <a:ext uri="{FF2B5EF4-FFF2-40B4-BE49-F238E27FC236}">
                <a16:creationId xmlns:a16="http://schemas.microsoft.com/office/drawing/2014/main" id="{8C11E45E-73B9-57D9-689D-AA556D72E0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1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 w="76200">
            <a:solidFill>
              <a:srgbClr val="233039"/>
            </a:solidFill>
          </a:ln>
        </p:spPr>
      </p:pic>
      <p:pic>
        <p:nvPicPr>
          <p:cNvPr id="11" name="Picture 10" descr="A picture containing text, logo, font, graphics&#10;&#10;Description automatically generated">
            <a:extLst>
              <a:ext uri="{FF2B5EF4-FFF2-40B4-BE49-F238E27FC236}">
                <a16:creationId xmlns:a16="http://schemas.microsoft.com/office/drawing/2014/main" id="{A1DC307B-364F-EB1F-1125-105AFC30A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562" y="0"/>
            <a:ext cx="2865438" cy="16106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EE98E7F-6E65-DAC3-D8E3-931CAF1DDA4A}"/>
              </a:ext>
            </a:extLst>
          </p:cNvPr>
          <p:cNvSpPr/>
          <p:nvPr/>
        </p:nvSpPr>
        <p:spPr>
          <a:xfrm>
            <a:off x="0" y="6388100"/>
            <a:ext cx="12192000" cy="1270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EF53D5-05ED-0E08-B72E-B73F7CF73415}"/>
              </a:ext>
            </a:extLst>
          </p:cNvPr>
          <p:cNvSpPr/>
          <p:nvPr/>
        </p:nvSpPr>
        <p:spPr>
          <a:xfrm flipV="1">
            <a:off x="0" y="6573518"/>
            <a:ext cx="12192000" cy="45719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DDE78-70B7-1475-04EF-2776809A9DC8}"/>
              </a:ext>
            </a:extLst>
          </p:cNvPr>
          <p:cNvSpPr txBox="1"/>
          <p:nvPr/>
        </p:nvSpPr>
        <p:spPr>
          <a:xfrm>
            <a:off x="1422400" y="2949694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Additional Experiments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68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C22BD52A-0744-BF99-5B9B-70B45D5932C6}"/>
              </a:ext>
            </a:extLst>
          </p:cNvPr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D7AC54"/>
                </a:solidFill>
                <a:latin typeface="Cantarell" panose="02000603000000000000" pitchFamily="2" charset="0"/>
              </a:rPr>
              <a:t>SQL</a:t>
            </a:r>
            <a:endParaRPr lang="en-IN" sz="1800" b="1" dirty="0">
              <a:solidFill>
                <a:srgbClr val="D7AC54"/>
              </a:solidFill>
              <a:latin typeface="Cantarell" panose="02000603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B5382D-4A13-D559-567F-0B5274C9CA55}"/>
              </a:ext>
            </a:extLst>
          </p:cNvPr>
          <p:cNvSpPr txBox="1"/>
          <p:nvPr/>
        </p:nvSpPr>
        <p:spPr>
          <a:xfrm>
            <a:off x="1280160" y="186257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USER Command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C91E54-5E1F-2269-6D9C-08A3D4C4707F}"/>
              </a:ext>
            </a:extLst>
          </p:cNvPr>
          <p:cNvSpPr txBox="1"/>
          <p:nvPr/>
        </p:nvSpPr>
        <p:spPr>
          <a:xfrm>
            <a:off x="2062480" y="3105835"/>
            <a:ext cx="7985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USER '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student_user'@'localhost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IDENTIFIED BY 'student123';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E866D-3652-F070-E7CF-372F2D49B1C0}"/>
              </a:ext>
            </a:extLst>
          </p:cNvPr>
          <p:cNvSpPr txBox="1"/>
          <p:nvPr/>
        </p:nvSpPr>
        <p:spPr>
          <a:xfrm>
            <a:off x="1137920" y="4629835"/>
            <a:ext cx="10800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command creates a new user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student_user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who can log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from the local machine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348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5CE55-3E54-47BF-0C92-63DBDD0B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8EDEC7F3-31E3-27DB-8AB4-E6A08D18D389}"/>
              </a:ext>
            </a:extLst>
          </p:cNvPr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D7AC54"/>
                </a:solidFill>
                <a:latin typeface="Cantarell" panose="02000603000000000000" pitchFamily="2" charset="0"/>
              </a:rPr>
              <a:t>SQL</a:t>
            </a:r>
            <a:endParaRPr lang="en-IN" sz="1800" b="1" dirty="0">
              <a:solidFill>
                <a:srgbClr val="D7AC54"/>
              </a:solidFill>
              <a:latin typeface="Cantarell" panose="02000603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D0D92-CEBC-AC5A-6B4D-8D941293B3E6}"/>
              </a:ext>
            </a:extLst>
          </p:cNvPr>
          <p:cNvSpPr txBox="1"/>
          <p:nvPr/>
        </p:nvSpPr>
        <p:spPr>
          <a:xfrm>
            <a:off x="345440" y="15171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 / Changing the password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D146E-032D-8554-0AAE-3FC33C4724C2}"/>
              </a:ext>
            </a:extLst>
          </p:cNvPr>
          <p:cNvSpPr txBox="1"/>
          <p:nvPr/>
        </p:nvSpPr>
        <p:spPr>
          <a:xfrm>
            <a:off x="1330960" y="3105835"/>
            <a:ext cx="781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USER 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student_user'@'localhost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IDENTIFIED BY 'student@2025';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016F5C-F997-3363-FF88-EC71162E4627}"/>
              </a:ext>
            </a:extLst>
          </p:cNvPr>
          <p:cNvSpPr txBox="1"/>
          <p:nvPr/>
        </p:nvSpPr>
        <p:spPr>
          <a:xfrm>
            <a:off x="1249680" y="4162475"/>
            <a:ext cx="843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SET PASSWORD FOR 'student_user'@'localhost' = PASSWORD('student@2025');</a:t>
            </a:r>
          </a:p>
        </p:txBody>
      </p:sp>
    </p:spTree>
    <p:extLst>
      <p:ext uri="{BB962C8B-B14F-4D97-AF65-F5344CB8AC3E}">
        <p14:creationId xmlns:p14="http://schemas.microsoft.com/office/powerpoint/2010/main" val="918941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A6CA1-CE55-3018-388A-FF2720590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31B7B711-F37B-C8FC-5F3E-B162869A987E}"/>
              </a:ext>
            </a:extLst>
          </p:cNvPr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D7AC54"/>
                </a:solidFill>
                <a:latin typeface="Cantarell" panose="02000603000000000000" pitchFamily="2" charset="0"/>
              </a:rPr>
              <a:t>SQL</a:t>
            </a:r>
            <a:endParaRPr lang="en-IN" sz="1800" b="1" dirty="0">
              <a:solidFill>
                <a:srgbClr val="D7AC54"/>
              </a:solidFill>
              <a:latin typeface="Cantarell" panose="02000603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40C66-13E9-6769-1D5C-8677075C856C}"/>
              </a:ext>
            </a:extLst>
          </p:cNvPr>
          <p:cNvSpPr txBox="1"/>
          <p:nvPr/>
        </p:nvSpPr>
        <p:spPr>
          <a:xfrm>
            <a:off x="924560" y="1608574"/>
            <a:ext cx="416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Granting Privileges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49144-8D0A-423E-473F-646403F9BA24}"/>
              </a:ext>
            </a:extLst>
          </p:cNvPr>
          <p:cNvSpPr txBox="1"/>
          <p:nvPr/>
        </p:nvSpPr>
        <p:spPr>
          <a:xfrm>
            <a:off x="1686560" y="236348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Grant all privileges on a specific database: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D92F25-F8D1-BBF9-F226-498BE7723077}"/>
              </a:ext>
            </a:extLst>
          </p:cNvPr>
          <p:cNvSpPr txBox="1"/>
          <p:nvPr/>
        </p:nvSpPr>
        <p:spPr>
          <a:xfrm>
            <a:off x="2468880" y="2933736"/>
            <a:ext cx="7609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 ALL PRIVILEGES ON student_db.* TO 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student_user'@'localhost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C79450-DC64-B0E5-DDE2-D2FC224833B8}"/>
              </a:ext>
            </a:extLst>
          </p:cNvPr>
          <p:cNvSpPr txBox="1"/>
          <p:nvPr/>
        </p:nvSpPr>
        <p:spPr>
          <a:xfrm>
            <a:off x="1686560" y="369429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Grant specific privileges</a:t>
            </a:r>
            <a:r>
              <a:rPr lang="en-IN" b="1" dirty="0"/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25BE53-BCAE-DFE5-90E8-F2C4DB8F9FE5}"/>
              </a:ext>
            </a:extLst>
          </p:cNvPr>
          <p:cNvSpPr txBox="1"/>
          <p:nvPr/>
        </p:nvSpPr>
        <p:spPr>
          <a:xfrm>
            <a:off x="2397760" y="4603095"/>
            <a:ext cx="8361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 SELECT, INSERT, UPDATE ON student_db.* TO 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student_user'@'localhost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</p:txBody>
      </p:sp>
    </p:spTree>
    <p:extLst>
      <p:ext uri="{BB962C8B-B14F-4D97-AF65-F5344CB8AC3E}">
        <p14:creationId xmlns:p14="http://schemas.microsoft.com/office/powerpoint/2010/main" val="2146245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1B29B-B633-5C07-E3ED-CC2DC5E38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C2EDE0D7-C249-7A8C-74CB-B9F01467FAF4}"/>
              </a:ext>
            </a:extLst>
          </p:cNvPr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D7AC54"/>
                </a:solidFill>
                <a:latin typeface="Cantarell" panose="02000603000000000000" pitchFamily="2" charset="0"/>
              </a:rPr>
              <a:t>SQL</a:t>
            </a:r>
            <a:endParaRPr lang="en-IN" sz="1800" b="1" dirty="0">
              <a:solidFill>
                <a:srgbClr val="D7AC54"/>
              </a:solidFill>
              <a:latin typeface="Cantarell" panose="02000603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D8D15-14A8-4333-B5B6-804862AB68F5}"/>
              </a:ext>
            </a:extLst>
          </p:cNvPr>
          <p:cNvSpPr txBox="1"/>
          <p:nvPr/>
        </p:nvSpPr>
        <p:spPr>
          <a:xfrm>
            <a:off x="924560" y="1608574"/>
            <a:ext cx="416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Granting Privileges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AE877-8E74-2FDC-60CD-4C41C9423C7F}"/>
              </a:ext>
            </a:extLst>
          </p:cNvPr>
          <p:cNvSpPr txBox="1"/>
          <p:nvPr/>
        </p:nvSpPr>
        <p:spPr>
          <a:xfrm>
            <a:off x="2042160" y="234809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Grant privileges on all databases (admin-level):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A6000-76C3-E5FE-EDD6-1EF1B426133A}"/>
              </a:ext>
            </a:extLst>
          </p:cNvPr>
          <p:cNvSpPr txBox="1"/>
          <p:nvPr/>
        </p:nvSpPr>
        <p:spPr>
          <a:xfrm>
            <a:off x="1127760" y="3075056"/>
            <a:ext cx="1029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 ALL PRIVILEGES ON *.* TO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student_user'@'localhost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WITH GRANT OPTION;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E6EE99-20D7-C67C-BB7C-DF35A07CDDC5}"/>
              </a:ext>
            </a:extLst>
          </p:cNvPr>
          <p:cNvSpPr txBox="1"/>
          <p:nvPr/>
        </p:nvSpPr>
        <p:spPr>
          <a:xfrm>
            <a:off x="1737360" y="3952065"/>
            <a:ext cx="8544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WITH GRANT OPTION lets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student_user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grant privileges to other users.</a:t>
            </a:r>
          </a:p>
        </p:txBody>
      </p:sp>
    </p:spTree>
    <p:extLst>
      <p:ext uri="{BB962C8B-B14F-4D97-AF65-F5344CB8AC3E}">
        <p14:creationId xmlns:p14="http://schemas.microsoft.com/office/powerpoint/2010/main" val="43624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0E3DF-F995-1EE2-DB4E-D3ABA4F72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61F70312-3627-126B-080A-9A366A8B17D6}"/>
              </a:ext>
            </a:extLst>
          </p:cNvPr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D7AC54"/>
                </a:solidFill>
                <a:latin typeface="Cantarell" panose="02000603000000000000" pitchFamily="2" charset="0"/>
              </a:rPr>
              <a:t>SQL</a:t>
            </a:r>
            <a:endParaRPr lang="en-IN" sz="1800" b="1" dirty="0">
              <a:solidFill>
                <a:srgbClr val="D7AC54"/>
              </a:solidFill>
              <a:latin typeface="Cantarell" panose="02000603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21BA4-3682-6E3A-8D85-72AEFDC0E71E}"/>
              </a:ext>
            </a:extLst>
          </p:cNvPr>
          <p:cNvSpPr txBox="1"/>
          <p:nvPr/>
        </p:nvSpPr>
        <p:spPr>
          <a:xfrm>
            <a:off x="1249680" y="140537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Privileges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55FBD-8171-36F3-E008-139A0353AE9D}"/>
              </a:ext>
            </a:extLst>
          </p:cNvPr>
          <p:cNvSpPr txBox="1"/>
          <p:nvPr/>
        </p:nvSpPr>
        <p:spPr>
          <a:xfrm>
            <a:off x="3048000" y="324433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GRANTS FOR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student_user'@'localhost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</p:txBody>
      </p:sp>
    </p:spTree>
    <p:extLst>
      <p:ext uri="{BB962C8B-B14F-4D97-AF65-F5344CB8AC3E}">
        <p14:creationId xmlns:p14="http://schemas.microsoft.com/office/powerpoint/2010/main" val="3118630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97EF8-D737-BEFF-7385-181F0A72E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BE4B96D7-DE29-7B81-3C5C-08AA1BB3A551}"/>
              </a:ext>
            </a:extLst>
          </p:cNvPr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D7AC54"/>
                </a:solidFill>
                <a:latin typeface="Cantarell" panose="02000603000000000000" pitchFamily="2" charset="0"/>
              </a:rPr>
              <a:t>SQL</a:t>
            </a:r>
            <a:endParaRPr lang="en-IN" sz="1800" b="1" dirty="0">
              <a:solidFill>
                <a:srgbClr val="D7AC54"/>
              </a:solidFill>
              <a:latin typeface="Cantarell" panose="02000603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31C38-CA31-3D17-D3DF-6F130164E6CF}"/>
              </a:ext>
            </a:extLst>
          </p:cNvPr>
          <p:cNvSpPr txBox="1"/>
          <p:nvPr/>
        </p:nvSpPr>
        <p:spPr>
          <a:xfrm>
            <a:off x="1056640" y="2540000"/>
            <a:ext cx="820928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privileges: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REVOKE INSERT, UPDATE ON student_db.* FROM 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student_user'@'localhost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’;</a:t>
            </a:r>
          </a:p>
          <a:p>
            <a:pPr rtl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privileges: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REVOKE ALL PRIVILEGES, GRANT OPTION FROM 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student_user'@'localhost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E8964C-3E9B-E36F-8AC7-7919EF7341EF}"/>
              </a:ext>
            </a:extLst>
          </p:cNvPr>
          <p:cNvSpPr txBox="1"/>
          <p:nvPr/>
        </p:nvSpPr>
        <p:spPr>
          <a:xfrm>
            <a:off x="1056640" y="165066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Revoking Privileges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233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01A0B-C5A6-278B-1D2E-AA1BFA66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A50D738A-2764-855D-87C6-734AA20C515F}"/>
              </a:ext>
            </a:extLst>
          </p:cNvPr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D7AC54"/>
                </a:solidFill>
                <a:latin typeface="Cantarell" panose="02000603000000000000" pitchFamily="2" charset="0"/>
              </a:rPr>
              <a:t>SQL</a:t>
            </a:r>
            <a:endParaRPr lang="en-IN" sz="1800" b="1" dirty="0">
              <a:solidFill>
                <a:srgbClr val="D7AC54"/>
              </a:solidFill>
              <a:latin typeface="Cantarell" panose="02000603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00682-E68B-D903-CF82-447AC466E10D}"/>
              </a:ext>
            </a:extLst>
          </p:cNvPr>
          <p:cNvSpPr txBox="1"/>
          <p:nvPr/>
        </p:nvSpPr>
        <p:spPr>
          <a:xfrm>
            <a:off x="1341120" y="1984494"/>
            <a:ext cx="8331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any GRANT or REVOKE command, apply the changes: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FLUSH PRIVILEGES;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46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28BE7-979B-BA73-5B4D-F0A2EFAB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47C86745-AF04-8380-4B08-70F7E819FDFD}"/>
              </a:ext>
            </a:extLst>
          </p:cNvPr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D7AC54"/>
                </a:solidFill>
                <a:latin typeface="Cantarell" panose="02000603000000000000" pitchFamily="2" charset="0"/>
              </a:rPr>
              <a:t>SQL</a:t>
            </a:r>
            <a:endParaRPr lang="en-IN" sz="1800" b="1" dirty="0">
              <a:solidFill>
                <a:srgbClr val="D7AC54"/>
              </a:solidFill>
              <a:latin typeface="Cantarell" panose="02000603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858AC0-8F68-BACF-AE19-FC916CECCF2A}"/>
              </a:ext>
            </a:extLst>
          </p:cNvPr>
          <p:cNvSpPr txBox="1"/>
          <p:nvPr/>
        </p:nvSpPr>
        <p:spPr>
          <a:xfrm>
            <a:off x="904240" y="1713915"/>
            <a:ext cx="9042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the users:</a:t>
            </a:r>
          </a:p>
          <a:p>
            <a:pPr algn="l">
              <a:buNone/>
            </a:pPr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user FROM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mysql.user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-- (to display all users)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342AC-8737-796E-D027-062C16F376B5}"/>
              </a:ext>
            </a:extLst>
          </p:cNvPr>
          <p:cNvSpPr txBox="1"/>
          <p:nvPr/>
        </p:nvSpPr>
        <p:spPr>
          <a:xfrm>
            <a:off x="904240" y="398601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 the users</a:t>
            </a:r>
          </a:p>
          <a:p>
            <a:pPr algn="l">
              <a:buNone/>
            </a:pPr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 user </a:t>
            </a: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46976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49C4C-6290-A1E6-35D9-5B415A531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CEC43B48-1FB2-F2C9-F841-7CCA5ED4CA26}"/>
              </a:ext>
            </a:extLst>
          </p:cNvPr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D7AC54"/>
                </a:solidFill>
                <a:latin typeface="Cantarell" panose="02000603000000000000" pitchFamily="2" charset="0"/>
              </a:rPr>
              <a:t>SQL</a:t>
            </a:r>
            <a:endParaRPr lang="en-IN" sz="1800" b="1" dirty="0">
              <a:solidFill>
                <a:srgbClr val="D7AC54"/>
              </a:solidFill>
              <a:latin typeface="Cantarell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088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266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Cantarell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Mahadevaswamy G K</dc:creator>
  <cp:lastModifiedBy>Sharath Shetty</cp:lastModifiedBy>
  <cp:revision>7</cp:revision>
  <dcterms:created xsi:type="dcterms:W3CDTF">2023-06-02T05:30:25Z</dcterms:created>
  <dcterms:modified xsi:type="dcterms:W3CDTF">2025-11-03T06:24:31Z</dcterms:modified>
</cp:coreProperties>
</file>